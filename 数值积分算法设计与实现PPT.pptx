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微软雅黑" panose="020B0503020204020204" charset="-122"/>
              </a:rPr>
              <a:t>数值积分算法设计与实现</a:t>
            </a:r>
            <a:endParaRPr sz="4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D7D31"/>
                </a:solidFill>
                <a:latin typeface="微软雅黑" panose="020B0503020204020204" charset="-122"/>
              </a:rPr>
              <a:t>梯形公式、辛普森公式与复化求积</a:t>
            </a:r>
            <a:endParaRPr sz="2400" b="1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34640" y="3246120"/>
            <a:ext cx="6583680" cy="7772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S = ∫₀¹ 4/(1+t²) dt = π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A5A5A"/>
                </a:solidFill>
                <a:latin typeface="微软雅黑" panose="020B0503020204020204" charset="-122"/>
              </a:rPr>
              <a:t>实验汇报 PPT</a:t>
            </a:r>
            <a:endParaRPr sz="20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一、实验背景与目标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2103120" cy="3840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工程背景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某滑块做非线性变速直线运动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瞬时速度函数：v(t)=4/(1+t²) m/s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要求计算 0 到 1 秒内的位移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位移由速度函数定积分给出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4937760" cy="9144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S = ∫₀¹ 4/(1+t²) dt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2103120" cy="38404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实验目标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推导并实现普通梯形、普通辛普森、复化梯形、复化辛普森四种算法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固定积分区间，改变等分份数 n，观察误差随步长 h 的变化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对比四种算法的精度、收敛速度和计算量，并分析工程适用性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二、精确值与误差标准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1143000"/>
            <a:ext cx="10332720" cy="73152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∫ 4/(1+t²) dt = 4 arctan(t) + C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332720" cy="73152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S = 4[arctan(1) - arctan(0)] = 4 × π/4 = π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精确位移：S = π ≈ 3.1415926536 m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所有数值结果均与 π 比较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绝对误差定义：e = |数值近似值 - π|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17520" y="5349240"/>
            <a:ext cx="6217920" cy="59436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e = |Q - π|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三、四种数值积分算法总览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8595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近似思想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节点数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误差阶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特点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直线近似整段曲线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O(h³)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简单但误差较大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抛物线近似整段曲线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O(h⁵)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精度明显提高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分段直线近似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n+1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O(h²)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稳定收敛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分段抛物线近似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n+1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一般 O(h⁴)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精度最高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核心规律：复化求积通过减小步长 h，提高对曲线的局部近似精度。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四、普通梯形公式与普通辛普森公式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2103120" cy="3840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普通梯形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6858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 panose="020B0503020204020204" charset="-122"/>
              </a:rPr>
              <a:t>T = (b-a)/2 · [f(a)+f(b)]</a:t>
            </a:r>
            <a:endParaRPr sz="2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本题中 f(0)=4，f(1)=2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T = 1/2 × (4+2) = 3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误差 ≈ 0.1415926536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960120"/>
            <a:ext cx="2103120" cy="38404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普通辛普森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858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charset="-122"/>
              </a:rPr>
              <a:t>S = (b-a)/6 · [f(a)+4f(m)+f(b)]</a:t>
            </a:r>
            <a:endParaRPr sz="18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中点 m=0.5，f(0.5)=3.2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S = 3.1333333333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误差 ≈ 0.0082593203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28800" y="4846320"/>
            <a:ext cx="8503920" cy="6858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 panose="020B0503020204020204" charset="-122"/>
              </a:rPr>
              <a:t>结论：辛普森公式用抛物线近似，精度明显优于梯形直线近似</a:t>
            </a:r>
            <a:endParaRPr sz="2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五、复化梯形公式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0515600" cy="6858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4E79"/>
                </a:solidFill>
                <a:latin typeface="微软雅黑" panose="020B0503020204020204" charset="-122"/>
              </a:rPr>
              <a:t>h = (b-a)/n，xᵢ = a + ih</a:t>
            </a:r>
            <a:endParaRPr sz="23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15600" cy="77724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4E79"/>
                </a:solidFill>
                <a:latin typeface="微软雅黑" panose="020B0503020204020204" charset="-122"/>
              </a:rPr>
              <a:t>Tₙ = h[(f(x₀)+f(xₙ))/2 + Σ f(xᵢ)]</a:t>
            </a:r>
            <a:endParaRPr sz="23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将区间 [0,1] 等分为 n 个小区间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每个小区间用梯形公式近似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全局误差阶：E_Tₙ = O(h²)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当 n 翻倍时，h 减半，误差约缩小为原来的 1/4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六、复化辛普森公式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005840"/>
            <a:ext cx="10515600" cy="6858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4E79"/>
                </a:solidFill>
                <a:latin typeface="微软雅黑" panose="020B0503020204020204" charset="-122"/>
              </a:rPr>
              <a:t>n 必须为偶数，每两个小区间组成一个辛普森面板</a:t>
            </a:r>
            <a:endParaRPr sz="21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72800" cy="9601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 panose="020B0503020204020204" charset="-122"/>
              </a:rPr>
              <a:t>Sₙ = h/3 [f(x₀)+f(xₙ)+4Σf(xᵢ奇)+2Σf(xᵢ偶)]</a:t>
            </a:r>
            <a:endParaRPr sz="2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复化辛普森公式使用分段抛物线逼近原函数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一般全局误差阶：E_Sₙ = O(h⁴)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当 n 翻倍时，一般误差约缩小为原来的 1/16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本题中因误差主项抵消，实际表现出接近 O(h⁶) 的收敛特征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七、Python 程序实现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定义速度函数 v(t)=4/(1+t²)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使用 math.pi 作为精确值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分别编写四个独立函数：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trapezoid_single()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simpson_single()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composite_trapezoid()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composite_simpson()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63360" y="869950"/>
            <a:ext cx="4958080" cy="448945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chemeClr val="tx1"/>
                </a:solidFill>
                <a:latin typeface="Consolas" panose="020B0609020204030204"/>
              </a:rPr>
              <a:t>def composite_simpson(f,a,b,n):</a:t>
            </a:r>
            <a:br>
              <a:rPr sz="1200">
                <a:solidFill>
                  <a:schemeClr val="tx1"/>
                </a:solidFill>
                <a:latin typeface="Consolas" panose="020B0609020204030204"/>
              </a:rPr>
            </a:br>
            <a:r>
              <a:rPr>
                <a:solidFill>
                  <a:schemeClr val="tx1"/>
                </a:solidFill>
              </a:rPr>
              <a:t>    if n % 2 != 0: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raise ValueError('n必须为偶数')</a:t>
            </a:r>
            <a:br>
              <a:rPr>
                <a:solidFill>
                  <a:schemeClr val="tx1"/>
                </a:solidFill>
              </a:rPr>
            </a:b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h = (b-a)/n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odd_sum = 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even_sum = 0</a:t>
            </a:r>
            <a:br>
              <a:rPr>
                <a:solidFill>
                  <a:schemeClr val="tx1"/>
                </a:solidFill>
              </a:rPr>
            </a:b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for i in range(1,n):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x = a + i*h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if i % 2 == 1: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    odd_sum += f(x)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else: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    even_sum += f(x)</a:t>
            </a:r>
            <a:br>
              <a:rPr>
                <a:solidFill>
                  <a:schemeClr val="tx1"/>
                </a:solidFill>
              </a:rPr>
            </a:b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return h/3*(f(a)+f(b)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       +4*odd_sum+2*even_sum)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八、实验结果数据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9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792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n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复化梯形值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梯形误差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复化辛普森值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辛普森误差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3.100000000000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4.159265e-02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3.133333333333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8.259320e-03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3.131176470588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1.041618e-02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3.141568627451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2.402614e-05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3.138988494491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2.604159e-03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3.141592502459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1.511311e-07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3.140941612041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6.510415e-04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3.141592651225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2.364971e-09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32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3.141429893174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1.627604e-04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3.141592653553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3.70e-11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3.141551963485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4.069010e-05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3.141592653589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5.8e-13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数据表明：n 增大时，复化梯形和复化辛普森误差均下降，其中复化辛普森下降更快。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九、误差—步长与计算量对比图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误差步长与计算量对比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3986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十、图像结果分析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2103120" cy="3840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误差—步长图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随着 n 增大，步长 h=1/n 减小，复化公式误差明显下降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普通梯形与普通辛普森误差不随 n 变化，在图中表现为水平线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复化梯形误差曲线接近 O(h²) 参考线，符合二阶收敛规律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复化辛普森误差下降更快，本题中接近 O(h⁶) 参考线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2103120" cy="38404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误差—计算量图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972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复化梯形和复化辛普森的计算量均约为 O(n)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在相同或相近节点数下，复化辛普森误差远小于复化梯形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复化辛普森公式具有更高的精度和工程计算效率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十一、本题复化辛普森误差下降更快的原因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10789920" cy="6858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一般复化辛普森误差：Eₙ = O(h⁴)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789920" cy="9144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 panose="020B0503020204020204" charset="-122"/>
              </a:rPr>
              <a:t>Eₙ = -h⁴/180 [f'''(1)-f'''(0)] + h⁶/1512 [f⁽⁵⁾(1)-f⁽⁵⁾(0)] + O(h⁸)</a:t>
            </a:r>
            <a:endParaRPr sz="17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本题 f(x)=4/(1+x²)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三阶导数 f'''(x)=96x(1-x²)/(1+x²)⁴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端点满足：f'''(0)=0，f'''(1)=0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因此 h⁴ 主误差项消失，主项变为 h⁶</a:t>
            </a:r>
            <a:endParaRPr sz="2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34640" y="5577840"/>
            <a:ext cx="6492240" cy="64008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Eₙ = 5/126 · h⁶ + O(h⁸)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十二、工程精度分析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13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10332720" cy="64008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设基础工程精度要求：绝对误差 &lt; 10⁻³ m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920240"/>
          <a:ext cx="10149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误差表现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是否满足 10⁻³ m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1.42×10⁻¹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不满足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8.26×10⁻³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不满足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n=16 时 6.51×10⁻⁴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满足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n=4 时 2.40×10⁻⁵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满足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166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微软雅黑" panose="020B0503020204020204" charset="-122"/>
              </a:rPr>
              <a:t>复化辛普森公式用较少节点即可达到较高精度，工程应用价值最高。</a:t>
            </a:r>
            <a:endParaRPr sz="21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十三、实验总结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14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微软雅黑" panose="020B0503020204020204" charset="-122"/>
              </a:rPr>
              <a:t>数值积分算法设计与实现 | 梯形公式、辛普森公式、复化求积</a:t>
            </a:r>
            <a:endParaRPr sz="9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普通辛普森公式精度明显高于普通梯形公式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复化求积通过减小步长显著降低截断误差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复化梯形公式为二阶方法，误差满足 O(h²)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复化辛普森公式一般为四阶方法，误差满足 O(h⁴)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本题因 f'''(0)=f'''(1)=0，复化辛普森实际表现为六阶收敛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综合精度、收敛速度和计算量，复化辛普森公式表现最好</a:t>
            </a:r>
            <a:endParaRPr sz="2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828800" y="5669280"/>
            <a:ext cx="8503920" cy="6858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4E79"/>
                </a:solidFill>
                <a:latin typeface="微软雅黑" panose="020B0503020204020204" charset="-122"/>
              </a:rPr>
              <a:t>最终结论：复化辛普森公式是本题最优的数值积分方法</a:t>
            </a:r>
            <a:endParaRPr sz="23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演示</Application>
  <PresentationFormat>On-screen Show (4:3)</PresentationFormat>
  <Paragraphs>348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Elk</cp:lastModifiedBy>
  <cp:revision>2</cp:revision>
  <dcterms:created xsi:type="dcterms:W3CDTF">2013-01-27T09:14:00Z</dcterms:created>
  <dcterms:modified xsi:type="dcterms:W3CDTF">2026-06-03T16:40:13Z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BF696AD6CF644A4D8B17EAECDAFE3BC8_12</vt:lpwstr>
  </property>
  <property fmtid="{D5CDD505-2E9C-101B-9397-08002B2CF9AE}" pid="3" name="KSOProductBuildVer">
    <vt:lpwstr>2052-12.1.0.26375</vt:lpwstr>
  </property>
</Properties>
</file>