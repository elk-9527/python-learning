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340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数值积分算法设计与实现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Microsoft YaHei"/>
              </a:defRPr>
            </a:pPr>
            <a:r>
              <a:t>梯形公式 · 辛普森公式 · 复化求积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340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20116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0116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组长 · 吴瑞东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思考题1-5</a:t>
            </a:r>
            <a:br/>
            <a:r>
              <a:t>撰写实验报告</a:t>
            </a:r>
            <a:br/>
            <a:r>
              <a:t>制作讲解PPT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200400"/>
            <a:ext cx="20116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3200400"/>
            <a:ext cx="20116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组员 · 余耽阳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梯形+复化梯形</a:t>
            </a:r>
            <a:br/>
            <a:r>
              <a:t>公式推导</a:t>
            </a:r>
            <a:br/>
            <a:r>
              <a:t>代码编写·结果计算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200400"/>
            <a:ext cx="20116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3200400"/>
            <a:ext cx="20116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t>组员 · 饶宇佳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辛普森公式</a:t>
            </a:r>
            <a:br/>
            <a:r>
              <a:t>公式推导</a:t>
            </a:r>
            <a:br/>
            <a:r>
              <a:t>代码编写·结果计算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200400"/>
            <a:ext cx="20116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0116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组员 · 刘家乐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复化辛普森公式</a:t>
            </a:r>
            <a:br/>
            <a:r>
              <a:t>公式推导</a:t>
            </a:r>
            <a:br/>
            <a:r>
              <a:t>代码编写·结果计算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200400"/>
            <a:ext cx="20116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3200400"/>
            <a:ext cx="20116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Microsoft YaHei"/>
              </a:defRPr>
            </a:pPr>
            <a:r>
              <a:t>组员 · 周亚辉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931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汇总数据</a:t>
            </a:r>
            <a:br/>
            <a:r>
              <a:t>误差分析·绘制图表</a:t>
            </a:r>
            <a:br/>
            <a:r>
              <a:t>PPT讲解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▸ 理解数值积分基本思想：连续定积分 → 离散加权求和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▸ 掌握梯形、辛普森求积公式推导与误差特性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▸ 掌握复化梯形、复化辛普森的构造方法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▸ 编程实现四种算法，对比精度、收敛速度与计算量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▸ 理解线性性、误差阶与算法稳定性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▸ 结合工程实例分析数值积分的工程精度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实验工程背景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gineer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核心问题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非线性函数定积分求解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无法用解析原函数精确描述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工程实例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飞行器热流密度积分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电动汽车电量估算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机器人轨迹位移计算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本实验目标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系统对比四种数值积分方法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分析步长对精度的影响规律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梯形求积公式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pez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基本思想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用两端点连线（一次插值）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代替原函数曲线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公式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T = (b-a)/2 · [f(a)+f(b)]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误差阶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O(h³) · 局部截断误差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对一次多项式精确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几何意义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梯形面积 ≈ 积分值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复化梯形求积公式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osite_trapez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区间划分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[a,b] 等分 n 份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步长 h = (b-a)/n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公式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Tn = h/2·[f(a) + 2Σf(xi)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     + f(b)]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误差阶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O(h²) · 二阶方法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步长减半 → 误差约 1/4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优势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可通过加密提高精度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辛普森求积公式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mp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基本思想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用三点二次插值（抛物线）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代替原函数曲线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公式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S = (b-a)/6·[f(a)+4f(m)+f(b)]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m = (a+b)/2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误差阶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O(h⁵) · 局部截断误差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代数精度 = 3次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几何意义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抛物线下面积 ≈ 积分值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复化辛普森求积公式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osite_simp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区间划分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[a,b] 等分 n 份 (n为偶数)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每2个子区间一个Simpson面板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公式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Sn = h/3·[f(a) + 4Σf(x奇)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     + 2Σf(x偶) + f(b)]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误差阶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O(h⁴) · 四阶方法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步长减半 → 误差约 1/16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优势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收敛极快，工程首选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四种数值积分方法对比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ur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实验结果数据汇总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18872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E4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等分数 n</a:t>
                      </a:r>
                    </a:p>
                  </a:txBody>
                  <a:tcPr>
                    <a:solidFill>
                      <a:srgbClr val="1E4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近似积分值</a:t>
                      </a:r>
                    </a:p>
                  </a:txBody>
                  <a:tcPr>
                    <a:solidFill>
                      <a:srgbClr val="1E4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绝对误差</a:t>
                      </a:r>
                    </a:p>
                  </a:txBody>
                  <a:tcPr>
                    <a:solidFill>
                      <a:srgbClr val="1E407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普通梯形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3.000000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1.4159e-01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普通辛普森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3.133333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8.2593e-03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复化梯形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3.138988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2.6042e-03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复化梯形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3.141552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4.0690e-05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复化辛普森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3.141569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2.4026e-05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复化辛普森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3.141593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2.3898e-09</a:t>
                      </a:r>
                    </a:p>
                  </a:txBody>
                  <a:tcPr>
                    <a:solidFill>
                      <a:srgbClr val="222D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复化辛普森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3.141593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Microsoft YaHei"/>
                        </a:defRPr>
                      </a:pPr>
                      <a:r>
                        <a:t>1.0207e-11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误差-步长对比分析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r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▎ 关键发现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复化梯形：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误差 O(h²)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步长减半 → 误差 ≈ 1/4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复化辛普森：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误差 O(h⁴)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步长减半 → 误差 ≈ 1/16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普通公式无法通过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加密提高精度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复化辛普森 n=8 时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误差已低于 10⁻⁷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算法综合对比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gorith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误差分析结论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▎ 理论误差阶验证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复化梯形：实验误差比 ≈ 1/4，严格符合 O(h²)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复化辛普森：误差比 ≈ 1/16，实际收敛阶达 O(h⁴) 以上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▎ 步长对误差的影响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复化梯形误差以 O(h²) 速度下降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复化辛普森至少以 O(h⁴) 下降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达到相同精度，复化辛普森所需 n 远小于复化梯形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▎ 工程精度满足性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一般工程（相对误差 1%）：复化辛普森 n=4 即可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精密工程（相对误差 0.01%）：复化辛普森 n=8 绰绰有余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普通梯形误差高达 4.5%，工程上基本不可用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▎ 误差阶指导步长选择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通过两个步长试算 → 估算误差常数 → 预测最小 n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避免盲目细分，优化计算资源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思考题要点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Q1: 为什么辛普森公式对三次多项式精确？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截断误差含 f⁴(ξ)，三次多项式 f⁴=0，误差为零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Q2: 复化梯形和复化辛普森误差阶为何不同？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局部误差阶不同：梯形 O(h³) vs 辛普森 O(h⁵)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累加后整体误差：O(h²) vs O(h⁴)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Q3: 数值积分线性性的工程意义？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分解复杂物理量 → 分别积分 → 叠加结果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模块化编程、误差分析补偿、线性系统分析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Q4: 机器学习 vs 传统复化积分？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传统：严格误差界、可重复 | 机器学习：数据驱动、预测快但黑箱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Q5: 误差阶在工程精度把控中的作用？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t>  → 预测所需网格 · 指导算法选择 · 验证收敛性 · 安全余量设计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340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560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  <a:latin typeface="Microsoft YaHei"/>
              </a:defRPr>
            </a:pPr>
            <a:r>
              <a:t>复化辛普森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精度·效率·稳定性</a:t>
            </a:r>
            <a:br/>
            <a:r>
              <a:t>全面最优</a:t>
            </a:r>
            <a:br/>
            <a:r>
              <a:t>工程首选方法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004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3200400"/>
            <a:ext cx="256032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Microsoft YaHei"/>
              </a:defRPr>
            </a:pPr>
            <a:r>
              <a:t>复化梯形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931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非光滑函数</a:t>
            </a:r>
            <a:br/>
            <a:r>
              <a:t>低精度场景</a:t>
            </a:r>
            <a:br/>
            <a:r>
              <a:t>二阶方法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200400"/>
            <a:ext cx="2560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普通公式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31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仅教学/粗略估算</a:t>
            </a:r>
            <a:br/>
            <a:r>
              <a:t>无法加密提高精度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2004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320040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误差阶理论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931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直接指导步长选择</a:t>
            </a:r>
            <a:br/>
            <a:r>
              <a:t>最小计算代价</a:t>
            </a:r>
            <a:br/>
            <a:r>
              <a:t>获得可靠结果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340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